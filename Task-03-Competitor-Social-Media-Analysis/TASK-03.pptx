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B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872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92166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TASK 03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8792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Analyze Competitor Social Media Strategies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3816350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EcoSip vs. Milton vs. Borosil — Digital Marketing Internship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Prepared by: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Divyansh Yadav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8B748-2E37-227A-EB9E-09AA7450E68E}"/>
              </a:ext>
            </a:extLst>
          </p:cNvPr>
          <p:cNvSpPr txBox="1"/>
          <p:nvPr/>
        </p:nvSpPr>
        <p:spPr>
          <a:xfrm>
            <a:off x="11077073" y="6488668"/>
            <a:ext cx="1050758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1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Competitive Landscape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30004"/>
            <a:ext cx="4070744" cy="2272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824930"/>
            <a:ext cx="6336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About EcoSip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199726" y="2368352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EcoSip is an eco-friendly brand offering reusable water bottles and drinkware designed for everyday use — durable, stylish, and sustainable.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3162201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Target audience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199726" y="3646488"/>
            <a:ext cx="6336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Ages 18–35: students &amp; young professionals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Fitness, travel, and outdoor enthusiasts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Environmentally conscious shoppers (Gen Z focus)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9726" y="4874915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Primary Competitors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9726" y="5359202"/>
            <a:ext cx="6336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Milton — legacy drinkware brand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Borosil — premium glass and kitchenware</a:t>
            </a:r>
            <a:endParaRPr lang="en-US" sz="1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2041F-8055-1FCD-A5F4-DCA459D95B8D}"/>
              </a:ext>
            </a:extLst>
          </p:cNvPr>
          <p:cNvSpPr txBox="1"/>
          <p:nvPr/>
        </p:nvSpPr>
        <p:spPr>
          <a:xfrm>
            <a:off x="11113045" y="6496871"/>
            <a:ext cx="1078955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33896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Milton — Social Media Snapshot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863824"/>
            <a:ext cx="435559" cy="435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2500114"/>
            <a:ext cx="6296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Content Style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233360" y="2868613"/>
            <a:ext cx="62968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Product shots, lifestyle posts, seasonal promotions, demos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57674"/>
            <a:ext cx="435559" cy="435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4093964"/>
            <a:ext cx="6296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Engagement Tactics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233360" y="4462463"/>
            <a:ext cx="62968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Discount offers, product demos, customer testimonials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5051524"/>
            <a:ext cx="435559" cy="435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5687814"/>
            <a:ext cx="6296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Strategy Focus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233360" y="6056313"/>
            <a:ext cx="62968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Product visibility → broaden reach → drive conversions</a:t>
            </a:r>
            <a:endParaRPr lang="en-US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D1D146-32E6-B1ED-2536-A63D0D2191E8}"/>
              </a:ext>
            </a:extLst>
          </p:cNvPr>
          <p:cNvSpPr txBox="1"/>
          <p:nvPr/>
        </p:nvSpPr>
        <p:spPr>
          <a:xfrm>
            <a:off x="11060785" y="6488668"/>
            <a:ext cx="1131215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5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Borosil — Social Media Snapshot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1854299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41478" y="1854299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Content Style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041478" y="2338586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Premium photography, kitchen &amp; food storytelling, product education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321447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41478" y="3321447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Engagement Tactics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041478" y="3805734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Influencer collaborations, lifestyle stories, community posts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788595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41478" y="4788595"/>
            <a:ext cx="44950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Strategy Focus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041478" y="5272881"/>
            <a:ext cx="44950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Build brand trust → lifestyle positioning → product discovery</a:t>
            </a:r>
            <a:endParaRPr lang="en-US" sz="14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4FEF57-EE81-1546-B73C-B1BC1E2830D9}"/>
              </a:ext>
            </a:extLst>
          </p:cNvPr>
          <p:cNvSpPr txBox="1"/>
          <p:nvPr/>
        </p:nvSpPr>
        <p:spPr>
          <a:xfrm>
            <a:off x="11101137" y="6488668"/>
            <a:ext cx="1090863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Competitor Comparison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170091"/>
              </p:ext>
            </p:extLst>
          </p:nvPr>
        </p:nvGraphicFramePr>
        <p:xfrm>
          <a:off x="661475" y="1396008"/>
          <a:ext cx="10868744" cy="4918844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1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Factor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26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26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6C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03011"/>
                          </a:solidFill>
                          <a:latin typeface="Brygada 1918"/>
                          <a:ea typeface="Brygada 1918" pitchFamily="34" charset="-122"/>
                          <a:cs typeface="Brygada 1918" pitchFamily="34" charset="-120"/>
                        </a:rPr>
                        <a:t>Milton</a:t>
                      </a:r>
                      <a:endParaRPr lang="en-US" sz="1350" dirty="0">
                        <a:latin typeface="Brygada 1918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626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Borosil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72525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EcoSip Opportunity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A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Product Focus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26C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 — emphasize eco differentiation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AF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Lifestyle Content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Very High — target Gen Z &amp; micro-scenes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Sustainability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Very High — core brand pillar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Influencer Marketing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 — micro-influencers &amp; campus ambassadors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Educational Content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High — hydration + sustainability tips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Gen Z Focus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Medium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03011"/>
                          </a:solidFill>
                          <a:latin typeface="Brygada 1918" pitchFamily="34" charset="0"/>
                          <a:ea typeface="Brygada 1918" pitchFamily="34" charset="-122"/>
                          <a:cs typeface="Brygada 1918" pitchFamily="34" charset="-120"/>
                        </a:rPr>
                        <a:t>Very High — design, short-form, community</a:t>
                      </a:r>
                      <a:endParaRPr lang="en-US" sz="1350" dirty="0">
                        <a:latin typeface="Brygada 1918" charset="0"/>
                        <a:ea typeface="Brygada 1918" charset="0"/>
                        <a:cs typeface="Brygada 1918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6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11A7964-A932-A7DE-3B13-B1E15710E79F}"/>
              </a:ext>
            </a:extLst>
          </p:cNvPr>
          <p:cNvSpPr txBox="1"/>
          <p:nvPr/>
        </p:nvSpPr>
        <p:spPr>
          <a:xfrm>
            <a:off x="10996863" y="6488668"/>
            <a:ext cx="1195137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19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How EcoSip Can Differentiate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466119" y="2260600"/>
            <a:ext cx="3496877" cy="2008287"/>
          </a:xfrm>
          <a:prstGeom prst="roundRect">
            <a:avLst>
              <a:gd name="adj" fmla="val 14118"/>
            </a:avLst>
          </a:prstGeom>
          <a:solidFill>
            <a:srgbClr val="626C3B"/>
          </a:solidFill>
          <a:ln w="6350">
            <a:solidFill>
              <a:srgbClr val="7B8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1" y="2455962"/>
            <a:ext cx="3141099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r>
              <a:rPr lang="en-US" sz="1850" dirty="0">
                <a:solidFill>
                  <a:srgbClr val="FFFFFF"/>
                </a:solidFill>
                <a:latin typeface="Brygada 1918 Bold"/>
                <a:ea typeface="Brygada 1918 SemiBold" pitchFamily="34" charset="-122"/>
                <a:cs typeface="Brygada 1918 SemiBold" pitchFamily="34" charset="-120"/>
              </a:rPr>
              <a:t>Sustainability Storytelling</a:t>
            </a:r>
            <a:endParaRPr lang="en-US" sz="1850" dirty="0">
              <a:latin typeface="Brygada 1918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6832" y="2975811"/>
            <a:ext cx="3106164" cy="1097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Share lifecycle stories: materials, manufacturing, and end-of-life impact.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267149" y="2260600"/>
            <a:ext cx="3496877" cy="2008287"/>
          </a:xfrm>
          <a:prstGeom prst="roundRect">
            <a:avLst>
              <a:gd name="adj" fmla="val 14118"/>
            </a:avLst>
          </a:prstGeom>
          <a:solidFill>
            <a:srgbClr val="83792E"/>
          </a:solidFill>
          <a:ln w="6350">
            <a:solidFill>
              <a:srgbClr val="9C9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55962"/>
            <a:ext cx="310616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🎥</a:t>
            </a: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Short-Form Video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7099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Instagram Reels &amp; Shorts: quick tips, refill routines, before/after swaps.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60600"/>
            <a:ext cx="3496877" cy="2008287"/>
          </a:xfrm>
          <a:prstGeom prst="roundRect">
            <a:avLst>
              <a:gd name="adj" fmla="val 14118"/>
            </a:avLst>
          </a:prstGeom>
          <a:solidFill>
            <a:srgbClr val="E8AF3B"/>
          </a:solidFill>
          <a:ln w="635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8228600" y="2455962"/>
            <a:ext cx="310616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Micro-Influencers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70994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Partner with niche creators: fitness, travel, college life, sustainability.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81265" y="4464249"/>
            <a:ext cx="10868646" cy="1108174"/>
          </a:xfrm>
          <a:prstGeom prst="roundRect">
            <a:avLst>
              <a:gd name="adj" fmla="val 25585"/>
            </a:avLst>
          </a:prstGeom>
          <a:solidFill>
            <a:srgbClr val="CC914D"/>
          </a:solidFill>
          <a:ln w="6350">
            <a:solidFill>
              <a:srgbClr val="B277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653260"/>
            <a:ext cx="1047793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85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 </a:t>
            </a:r>
            <a:r>
              <a:rPr lang="en-US" sz="1850" dirty="0">
                <a:solidFill>
                  <a:srgbClr val="000000"/>
                </a:solidFill>
                <a:latin typeface="Brygada 1918 Bold"/>
                <a:ea typeface="Brygada 1918 SemiBold" pitchFamily="34" charset="-122"/>
                <a:cs typeface="Brygada 1918 SemiBold" pitchFamily="34" charset="-120"/>
              </a:rPr>
              <a:t>Community Engagement</a:t>
            </a:r>
            <a:endParaRPr lang="en-US" sz="1850" dirty="0">
              <a:latin typeface="Brygada 1918 Bol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6832" y="5068292"/>
            <a:ext cx="104779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UGC campaigns, challenges, campus ambassador programs, and socials-based rewards.</a:t>
            </a:r>
            <a:endParaRPr lang="en-US" sz="14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076D8E-1818-09C1-62BC-52A9D376400E}"/>
              </a:ext>
            </a:extLst>
          </p:cNvPr>
          <p:cNvSpPr txBox="1"/>
          <p:nvPr/>
        </p:nvSpPr>
        <p:spPr>
          <a:xfrm>
            <a:off x="11061032" y="6488668"/>
            <a:ext cx="1130968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Proposed Content Mix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7" y="146481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421" y="5393184"/>
            <a:ext cx="4942848" cy="776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 Bold"/>
                <a:cs typeface="Brygada 1918" pitchFamily="34" charset="-120"/>
              </a:rPr>
              <a:t>Campaign idea: </a:t>
            </a:r>
            <a:r>
              <a:rPr lang="en-US" sz="1450" b="1" dirty="0">
                <a:solidFill>
                  <a:srgbClr val="403011"/>
                </a:solidFill>
                <a:latin typeface="Brygada 1918 Bold" pitchFamily="34" charset="0"/>
                <a:ea typeface="Brygada 1918 Bold"/>
                <a:cs typeface="Brygada 1918 Bold" pitchFamily="34" charset="-120"/>
              </a:rPr>
              <a:t>#RefillNotLandfill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 Bold"/>
                <a:cs typeface="Brygada 1918" pitchFamily="34" charset="-120"/>
              </a:rPr>
              <a:t> — encourage shares of refill habits and measurable impact.</a:t>
            </a:r>
            <a:endParaRPr lang="en-US" sz="1450" dirty="0">
              <a:ea typeface="Brygada 1918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32776" y="1724525"/>
            <a:ext cx="5813379" cy="4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Execution notes: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2205789"/>
            <a:ext cx="5203794" cy="2005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Weekly Reels: 2 educational, 2 lifestyle, 1 community highlight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Micro-influencer seeding: 10–15 creators per campaign wave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UGC incentives: discounts, feature on brand channel, campus kits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BB4B7-CF91-E87A-D969-162C410250EC}"/>
              </a:ext>
            </a:extLst>
          </p:cNvPr>
          <p:cNvSpPr txBox="1"/>
          <p:nvPr/>
        </p:nvSpPr>
        <p:spPr>
          <a:xfrm>
            <a:off x="10936581" y="6496871"/>
            <a:ext cx="1255419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7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Conclusion &amp; Key Findings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36242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Milton: product visibility and promotions drive conversions.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Borosil: premium photography and influencer partnerships build trust.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66331"/>
            <a:ext cx="5339820" cy="152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6832" y="386169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Focus for EcoSip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427037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Lead with sustainability storytelling, short-form video, and Gen Z community activation.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666331"/>
            <a:ext cx="5339919" cy="152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5658" y="386169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Final Message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385658" y="4270375"/>
            <a:ext cx="4949205" cy="72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Don't just sell a bottle. Build a sustainable lifestyle.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EcoSip — Sip Smart. Live Green. </a:t>
            </a:r>
            <a:r>
              <a:rPr lang="en-US" sz="14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🌱</a:t>
            </a:r>
            <a:endParaRPr lang="en-US" sz="1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487A48-70C1-336D-1A00-B2BE9E4D590B}"/>
              </a:ext>
            </a:extLst>
          </p:cNvPr>
          <p:cNvSpPr txBox="1"/>
          <p:nvPr/>
        </p:nvSpPr>
        <p:spPr>
          <a:xfrm>
            <a:off x="11061032" y="6569242"/>
            <a:ext cx="1026694" cy="369332"/>
          </a:xfrm>
          <a:prstGeom prst="rect">
            <a:avLst/>
          </a:prstGeom>
          <a:solidFill>
            <a:srgbClr val="F6EBD4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426</Words>
  <Application>Microsoft Office PowerPoint</Application>
  <PresentationFormat>Widescreen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Brygada 1918</vt:lpstr>
      <vt:lpstr>Brygada 1918 Bold</vt:lpstr>
      <vt:lpstr>Brygada 1918 SemiBold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Divyansh Yadav</cp:lastModifiedBy>
  <cp:revision>5</cp:revision>
  <dcterms:created xsi:type="dcterms:W3CDTF">2026-09-02T17:54:29Z</dcterms:created>
  <dcterms:modified xsi:type="dcterms:W3CDTF">2026-09-02T18:09:41Z</dcterms:modified>
</cp:coreProperties>
</file>