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rimson Pro Bold" panose="020B0604020202020204" charset="0"/>
      <p:regular r:id="rId11"/>
    </p:embeddedFont>
    <p:embeddedFont>
      <p:font typeface="Open Sans" panose="020F0502020204030204" pitchFamily="34" charset="0"/>
      <p:regular r:id="rId12"/>
    </p:embeddedFont>
    <p:embeddedFont>
      <p:font typeface="Open Sans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71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ecosip.com" TargetMode="External"/><Relationship Id="rId4" Type="http://schemas.openxmlformats.org/officeDocument/2006/relationships/hyperlink" Target="mailto:ecosip@e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EcoSip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Persona &amp; Voice Guide — Digital Marketing Internship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by: Divyansh Yadav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11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About EcoSip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49773"/>
            <a:ext cx="1541622" cy="19270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331" y="2949773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Who We Are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439331" y="3358455"/>
            <a:ext cx="3538350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🌱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Sustainable • 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💧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Reusable • 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♻️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Eco‑Friendly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949773"/>
            <a:ext cx="1541722" cy="19271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91870" y="2949773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Mission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991870" y="3358455"/>
            <a:ext cx="35383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plastic waste through stylish reusable bottles.</a:t>
            </a:r>
            <a:endParaRPr lang="en-US" sz="14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CC536-01CB-B203-B56C-98C258C6EB8A}"/>
              </a:ext>
            </a:extLst>
          </p:cNvPr>
          <p:cNvSpPr txBox="1"/>
          <p:nvPr/>
        </p:nvSpPr>
        <p:spPr>
          <a:xfrm>
            <a:off x="10940672" y="6488668"/>
            <a:ext cx="1179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41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Brand Persona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6280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1715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Friendly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62808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63135" y="31715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Eco‑conscious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462808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64794" y="31715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Modern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44826"/>
            <a:ext cx="472468" cy="472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1475" y="455354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Trustworthy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3844826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363135" y="455354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Energetic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661475" y="506144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Personality shown through approachable tone, environmental focus and fresh visual style.</a:t>
            </a:r>
            <a:endParaRPr lang="en-US" sz="14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8D128-0C45-311D-0831-97A05AA18E10}"/>
              </a:ext>
            </a:extLst>
          </p:cNvPr>
          <p:cNvSpPr txBox="1"/>
          <p:nvPr/>
        </p:nvSpPr>
        <p:spPr>
          <a:xfrm>
            <a:off x="11012905" y="6488668"/>
            <a:ext cx="1179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4550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Target Audience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219623"/>
            <a:ext cx="1972915" cy="2001937"/>
          </a:xfrm>
          <a:prstGeom prst="roundRect">
            <a:avLst>
              <a:gd name="adj" fmla="val 402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414984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 18–35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823666"/>
            <a:ext cx="15822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and early professionals.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95283" y="2219623"/>
            <a:ext cx="1972915" cy="2001937"/>
          </a:xfrm>
          <a:prstGeom prst="roundRect">
            <a:avLst>
              <a:gd name="adj" fmla="val 402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90640" y="2414984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Urban &amp; Semi‑Urban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590640" y="3118941"/>
            <a:ext cx="15822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dwellers and nearby suburbs.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557205" y="2219623"/>
            <a:ext cx="1972915" cy="2001937"/>
          </a:xfrm>
          <a:prstGeom prst="roundRect">
            <a:avLst>
              <a:gd name="adj" fmla="val 402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52562" y="2414984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Fitness &amp; Travel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752562" y="3118941"/>
            <a:ext cx="15822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lifestyles—gym, outdoor, commuting.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410571"/>
            <a:ext cx="6296760" cy="1101824"/>
          </a:xfrm>
          <a:prstGeom prst="roundRect">
            <a:avLst>
              <a:gd name="adj" fmla="val 720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8717" y="4605933"/>
            <a:ext cx="5906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Middle Income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28717" y="5014615"/>
            <a:ext cx="5906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Value-driven purchasers seeking quality and style.</a:t>
            </a:r>
            <a:endParaRPr lang="en-US" sz="1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D96F31-7F09-BD69-90BA-3124D7F43A13}"/>
              </a:ext>
            </a:extLst>
          </p:cNvPr>
          <p:cNvSpPr txBox="1"/>
          <p:nvPr/>
        </p:nvSpPr>
        <p:spPr>
          <a:xfrm>
            <a:off x="11044989" y="6488668"/>
            <a:ext cx="11470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5773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Our Voice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75434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Friendly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Motivational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Honest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44936" y="4466034"/>
            <a:ext cx="55299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"Every refill makes a difference."       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295973"/>
            <a:ext cx="25399" cy="642541"/>
          </a:xfrm>
          <a:prstGeom prst="roundRect">
            <a:avLst>
              <a:gd name="adj" fmla="val 50001"/>
            </a:avLst>
          </a:prstGeom>
          <a:solidFill>
            <a:srgbClr val="835E5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1965325"/>
            <a:ext cx="5203794" cy="2927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789C71-42AF-B46D-A605-7869FF3EBC37}"/>
              </a:ext>
            </a:extLst>
          </p:cNvPr>
          <p:cNvSpPr txBox="1"/>
          <p:nvPr/>
        </p:nvSpPr>
        <p:spPr>
          <a:xfrm>
            <a:off x="10956758" y="6488668"/>
            <a:ext cx="12352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11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Do's &amp; Don'ts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5350" y="1665288"/>
            <a:ext cx="3190101" cy="4401542"/>
          </a:xfrm>
          <a:prstGeom prst="roundRect">
            <a:avLst>
              <a:gd name="adj" fmla="val 4266"/>
            </a:avLst>
          </a:prstGeom>
          <a:solidFill>
            <a:srgbClr val="835E54"/>
          </a:solidFill>
          <a:ln/>
        </p:spPr>
      </p:sp>
      <p:sp>
        <p:nvSpPr>
          <p:cNvPr id="5" name="Text 2"/>
          <p:cNvSpPr/>
          <p:nvPr/>
        </p:nvSpPr>
        <p:spPr>
          <a:xfrm>
            <a:off x="714357" y="185429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Do's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4357" y="2338586"/>
            <a:ext cx="2812087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simple language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Inspire people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honest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Encourage sustainability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46833" y="185429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Don'ts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046833" y="2362200"/>
            <a:ext cx="2917851" cy="731242"/>
          </a:xfrm>
          <a:prstGeom prst="roundRect">
            <a:avLst>
              <a:gd name="adj" fmla="val 10857"/>
            </a:avLst>
          </a:prstGeom>
          <a:solidFill>
            <a:srgbClr val="FFFCFA"/>
          </a:solidFill>
          <a:ln w="25399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61239" y="2576612"/>
            <a:ext cx="24890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claims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046833" y="3282454"/>
            <a:ext cx="2917851" cy="731242"/>
          </a:xfrm>
          <a:prstGeom prst="roundRect">
            <a:avLst>
              <a:gd name="adj" fmla="val 10857"/>
            </a:avLst>
          </a:prstGeom>
          <a:solidFill>
            <a:srgbClr val="FFFCFA"/>
          </a:solidFill>
          <a:ln w="25399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61239" y="3496866"/>
            <a:ext cx="24890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language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046833" y="4202708"/>
            <a:ext cx="2917851" cy="731242"/>
          </a:xfrm>
          <a:prstGeom prst="roundRect">
            <a:avLst>
              <a:gd name="adj" fmla="val 10857"/>
            </a:avLst>
          </a:prstGeom>
          <a:solidFill>
            <a:srgbClr val="FFFCFA"/>
          </a:solidFill>
          <a:ln w="25399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61239" y="4417120"/>
            <a:ext cx="24890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Complicated words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046833" y="5122962"/>
            <a:ext cx="2917851" cy="731242"/>
          </a:xfrm>
          <a:prstGeom prst="roundRect">
            <a:avLst>
              <a:gd name="adj" fmla="val 10857"/>
            </a:avLst>
          </a:prstGeom>
          <a:solidFill>
            <a:srgbClr val="FFFCFA"/>
          </a:solidFill>
          <a:ln w="25399">
            <a:solidFill>
              <a:srgbClr val="D1C8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61239" y="5337373"/>
            <a:ext cx="24890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Ignore customers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44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Instagram Campaign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21173"/>
            <a:ext cx="4070744" cy="2289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3239195"/>
            <a:ext cx="6336745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Caption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🌿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 bottle. Thousands of plastic bottles saved.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#EcoSip #GoGreen #SustainableLiving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D4492-51C0-9AEE-95C9-C91B058902F6}"/>
              </a:ext>
            </a:extLst>
          </p:cNvPr>
          <p:cNvSpPr txBox="1"/>
          <p:nvPr/>
        </p:nvSpPr>
        <p:spPr>
          <a:xfrm>
            <a:off x="11028947" y="6488668"/>
            <a:ext cx="11630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1933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09986"/>
            <a:ext cx="6296860" cy="1628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📧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50" b="1" u="sng" dirty="0">
                <a:solidFill>
                  <a:srgbClr val="835E5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ecosip@email.com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🌐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50" b="1" u="sng" dirty="0">
                <a:solidFill>
                  <a:srgbClr val="835E5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www.ecosip.com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35E5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</Words>
  <Application>Microsoft Office PowerPoint</Application>
  <PresentationFormat>Widescreen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Open Sans Bold</vt:lpstr>
      <vt:lpstr>Arial</vt:lpstr>
      <vt:lpstr>Crimson Pro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Divyansh Yadav</cp:lastModifiedBy>
  <cp:revision>2</cp:revision>
  <dcterms:created xsi:type="dcterms:W3CDTF">2026-09-02T17:21:22Z</dcterms:created>
  <dcterms:modified xsi:type="dcterms:W3CDTF">2026-09-02T17:28:44Z</dcterms:modified>
</cp:coreProperties>
</file>